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C538C-5BA3-E1CC-6EF7-A6C0D6001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B116B-D66D-E118-F803-037C0EECC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D7666-A468-AAF4-1531-848EE375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B2B79-5290-F176-CB62-7DAC148C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78D9D-71C5-8C0C-67D5-A7B7D56E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2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1402-38AB-D9F0-1571-EED082D8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45644-AB33-AC64-6798-7F9F11B75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2F41A-965B-8572-7EE4-43EE125F3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E0460-BD1C-27FC-92CE-6661198F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82028-8063-F2C6-1E02-93ACB2580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1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5DCD9-0B00-F953-E943-77D7AE5C0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9475C-6BE0-D60F-A0D8-433620729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264A-84C9-DF26-2F42-BDD32B3DF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9312F-46A5-AC18-9B2E-6234D2AA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CA691-F734-5CAD-FD90-4B0B54D1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76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E884-A732-7604-BB87-0FACA0E1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79903-C5D4-9077-260D-4C4DEDE3E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C0916-F1E9-2003-CCAD-CD6649BA6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1BA27-76D6-3BC3-848C-971A3DF49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298A7-D7E8-5ABD-E5B7-8EA07BE3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81B0E-0B2B-7402-4ED1-058B8495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11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DE13-3DEA-1C8B-53DE-78EB154BE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6C48C-F7A5-81F8-4085-DCE7A64D5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43122-5FF4-C530-3829-A5CCB69C9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C8FEA-E89D-3E7B-25E6-8768FD8F3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9C78B0-B88B-B4C0-C1AB-364E8C311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46BB48-CB73-639E-CF14-6079F64CE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41114-BA67-5962-574D-6A52B4B3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2A9802-B106-831D-F0A8-251400AE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7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2C7DD-4451-3E37-49C8-22E4FD8D2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92E00-ED09-A57D-F974-161497D6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2A944-0CCD-7819-A215-E1BE7E3D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11A70-A306-9E18-C8CB-EAF1BD17F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6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1565EF-3BAB-FFE3-E7A5-E2342F7B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8ABB3F-8868-BA38-281F-7C51E80B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D65B1-9302-7E5B-43EF-E21BA49CD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85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4AD18-B5AF-D9C3-2BFE-BD0F51403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5F7A0-958C-F08E-E128-9263E251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F7D7D-F768-E21C-31E1-AF9635B7E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6A633-794C-13C1-B730-B3E17B0D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B36E4-0186-5E1B-8FDB-9E3093B6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9FF4C-05BF-BE82-E04D-2C0BFA12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0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FD5B-914C-9EF1-DA42-127D0B05C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1425AE-5944-1F9C-FC1F-5E14FE9FC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76945-240E-CEDA-D153-E66DB58C9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36978-0C5D-AE10-200B-0C1DE3021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A9263-54B5-68E7-01C9-B6EBD089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E10DB-A51E-4690-B93C-C86E09C1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6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F19F-8C68-AD20-5DDE-BA1507E0F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008A4-50BD-8855-8021-8E272745C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0321B-6D93-E9CB-2FFC-4E9362B2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66339-C0E8-2EE3-0A02-E179CC2E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53179-1863-1B35-2544-FCDAD02A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65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9687E-CEA3-AB81-2AA6-FDB331FCD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DF2AE-E9F4-EF9B-6807-A07017DEB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717FE-7C99-6F13-4EDD-BE252B10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D1F4F-A37B-6AFF-1C42-ECA1AF06C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8FF5-226F-D3F3-5CBF-82AD3AD3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8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EA5F1-4D19-2D3B-F811-61D63A85D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D3727-CC69-89F4-83F9-402835329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C0D2B-2A71-D107-1E43-0B1845715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D43F5-5C5C-4284-BB12-72593C800B90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B37A1-2E50-317A-09B3-68D5FD2F3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00B1C-22E3-B1F9-6FB6-F875B337B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E9083-646F-4278-BF48-3BFE27232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0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FF20ED-4E89-892B-A466-9FF4AD221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512" y="1892429"/>
            <a:ext cx="3376136" cy="30410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9A1715-EC41-7CD6-7382-CAECDEB52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236242" y="2411374"/>
            <a:ext cx="962526" cy="962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690965-5E90-2C67-AA94-2710E6F1A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231502" y="5574"/>
            <a:ext cx="962526" cy="962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5A1199-81AB-DED8-345B-ECF441313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038" y="5823284"/>
            <a:ext cx="962526" cy="9625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12FF1E-1499-9B96-7063-73F92C39D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77486" y="2411373"/>
            <a:ext cx="962526" cy="9625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87CCE4-B46D-29EB-1190-3B405429F0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648" y="2356274"/>
            <a:ext cx="1072726" cy="10727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68036F-83B8-4271-A491-6B5A4A2B19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427" y="2356274"/>
            <a:ext cx="1072726" cy="10727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D8582E-6F0B-1CF3-A226-EBF48EADD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938" y="4793111"/>
            <a:ext cx="1072726" cy="10727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382E0A-7143-2736-C3E5-6924FB535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938" y="805671"/>
            <a:ext cx="1072726" cy="1072726"/>
          </a:xfrm>
          <a:prstGeom prst="rect">
            <a:avLst/>
          </a:prstGeom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7AB47EC-EE0A-CDA3-E371-DCA3B07ACA4A}"/>
              </a:ext>
            </a:extLst>
          </p:cNvPr>
          <p:cNvCxnSpPr>
            <a:cxnSpLocks/>
          </p:cNvCxnSpPr>
          <p:nvPr/>
        </p:nvCxnSpPr>
        <p:spPr>
          <a:xfrm rot="5400000">
            <a:off x="4159891" y="5401579"/>
            <a:ext cx="1998070" cy="465192"/>
          </a:xfrm>
          <a:prstGeom prst="bentConnector3">
            <a:avLst>
              <a:gd name="adj1" fmla="val 6830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22B00D8A-B969-29A9-30A2-D1B8B092E572}"/>
              </a:ext>
            </a:extLst>
          </p:cNvPr>
          <p:cNvCxnSpPr>
            <a:cxnSpLocks/>
          </p:cNvCxnSpPr>
          <p:nvPr/>
        </p:nvCxnSpPr>
        <p:spPr>
          <a:xfrm rot="5400000">
            <a:off x="4165513" y="5487397"/>
            <a:ext cx="2180950" cy="4764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C99C50E-8299-79E7-C2CA-EE490001A12A}"/>
              </a:ext>
            </a:extLst>
          </p:cNvPr>
          <p:cNvCxnSpPr/>
          <p:nvPr/>
        </p:nvCxnSpPr>
        <p:spPr>
          <a:xfrm flipH="1">
            <a:off x="1404620" y="2851150"/>
            <a:ext cx="3086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145E95B-C5A7-9EE7-2AE7-C90118AAAB85}"/>
              </a:ext>
            </a:extLst>
          </p:cNvPr>
          <p:cNvCxnSpPr>
            <a:cxnSpLocks/>
          </p:cNvCxnSpPr>
          <p:nvPr/>
        </p:nvCxnSpPr>
        <p:spPr>
          <a:xfrm flipH="1">
            <a:off x="1404620" y="2851785"/>
            <a:ext cx="5715" cy="19413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294CFDB-93A3-6C52-0FF8-27FBA0B108DD}"/>
              </a:ext>
            </a:extLst>
          </p:cNvPr>
          <p:cNvCxnSpPr>
            <a:cxnSpLocks/>
          </p:cNvCxnSpPr>
          <p:nvPr/>
        </p:nvCxnSpPr>
        <p:spPr>
          <a:xfrm flipH="1">
            <a:off x="1541780" y="2900680"/>
            <a:ext cx="1714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3FC7BDF-A619-EE15-99E9-1BF3DC9B0B85}"/>
              </a:ext>
            </a:extLst>
          </p:cNvPr>
          <p:cNvCxnSpPr>
            <a:cxnSpLocks/>
          </p:cNvCxnSpPr>
          <p:nvPr/>
        </p:nvCxnSpPr>
        <p:spPr>
          <a:xfrm>
            <a:off x="1540891" y="2892636"/>
            <a:ext cx="889" cy="8137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CF440EC-020E-D875-D18F-C2238B773C6C}"/>
              </a:ext>
            </a:extLst>
          </p:cNvPr>
          <p:cNvCxnSpPr>
            <a:cxnSpLocks/>
          </p:cNvCxnSpPr>
          <p:nvPr/>
        </p:nvCxnSpPr>
        <p:spPr>
          <a:xfrm>
            <a:off x="4926330" y="6625590"/>
            <a:ext cx="7251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3B3CD66-DAD6-8219-2339-A4F82B9B447C}"/>
              </a:ext>
            </a:extLst>
          </p:cNvPr>
          <p:cNvCxnSpPr>
            <a:cxnSpLocks/>
          </p:cNvCxnSpPr>
          <p:nvPr/>
        </p:nvCxnSpPr>
        <p:spPr>
          <a:xfrm>
            <a:off x="5017770" y="6807200"/>
            <a:ext cx="683691" cy="44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E8CB60F-E488-822B-616D-B08C4CF4D9C0}"/>
              </a:ext>
            </a:extLst>
          </p:cNvPr>
          <p:cNvCxnSpPr/>
          <p:nvPr/>
        </p:nvCxnSpPr>
        <p:spPr>
          <a:xfrm flipV="1">
            <a:off x="5651500" y="6535420"/>
            <a:ext cx="0" cy="927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88DCE06-3518-A0D8-E8DD-8B1E914D73AF}"/>
              </a:ext>
            </a:extLst>
          </p:cNvPr>
          <p:cNvCxnSpPr>
            <a:cxnSpLocks/>
          </p:cNvCxnSpPr>
          <p:nvPr/>
        </p:nvCxnSpPr>
        <p:spPr>
          <a:xfrm flipV="1">
            <a:off x="5698921" y="6546215"/>
            <a:ext cx="0" cy="269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013BB90-BE41-D0B8-F078-CFD7101463DE}"/>
              </a:ext>
            </a:extLst>
          </p:cNvPr>
          <p:cNvCxnSpPr/>
          <p:nvPr/>
        </p:nvCxnSpPr>
        <p:spPr>
          <a:xfrm flipH="1">
            <a:off x="3968496" y="3334512"/>
            <a:ext cx="4754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0C7E05CC-B806-E772-5F68-B49FDD85FB12}"/>
              </a:ext>
            </a:extLst>
          </p:cNvPr>
          <p:cNvCxnSpPr/>
          <p:nvPr/>
        </p:nvCxnSpPr>
        <p:spPr>
          <a:xfrm>
            <a:off x="1540891" y="3706368"/>
            <a:ext cx="242760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2D8A1E2-A37B-54CB-1207-A559117087D0}"/>
              </a:ext>
            </a:extLst>
          </p:cNvPr>
          <p:cNvCxnSpPr>
            <a:cxnSpLocks/>
          </p:cNvCxnSpPr>
          <p:nvPr/>
        </p:nvCxnSpPr>
        <p:spPr>
          <a:xfrm>
            <a:off x="3970746" y="3325606"/>
            <a:ext cx="0" cy="3807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E132A1E-F860-6530-566E-D1EC205EE8D0}"/>
              </a:ext>
            </a:extLst>
          </p:cNvPr>
          <p:cNvCxnSpPr>
            <a:cxnSpLocks/>
          </p:cNvCxnSpPr>
          <p:nvPr/>
        </p:nvCxnSpPr>
        <p:spPr>
          <a:xfrm>
            <a:off x="1404620" y="4793111"/>
            <a:ext cx="42093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54C7CDC-4D1A-D8FD-245B-E695A12608C5}"/>
              </a:ext>
            </a:extLst>
          </p:cNvPr>
          <p:cNvCxnSpPr>
            <a:cxnSpLocks/>
          </p:cNvCxnSpPr>
          <p:nvPr/>
        </p:nvCxnSpPr>
        <p:spPr>
          <a:xfrm>
            <a:off x="5614011" y="4635140"/>
            <a:ext cx="0" cy="157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A77048F-5D1E-69A7-627E-F6A8FDE179C9}"/>
              </a:ext>
            </a:extLst>
          </p:cNvPr>
          <p:cNvCxnSpPr>
            <a:cxnSpLocks/>
          </p:cNvCxnSpPr>
          <p:nvPr/>
        </p:nvCxnSpPr>
        <p:spPr>
          <a:xfrm flipH="1">
            <a:off x="3803904" y="3444240"/>
            <a:ext cx="6400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52965F6-8889-0C61-A7B3-53F83F98DFFC}"/>
              </a:ext>
            </a:extLst>
          </p:cNvPr>
          <p:cNvCxnSpPr>
            <a:cxnSpLocks/>
          </p:cNvCxnSpPr>
          <p:nvPr/>
        </p:nvCxnSpPr>
        <p:spPr>
          <a:xfrm>
            <a:off x="3796789" y="115824"/>
            <a:ext cx="12413" cy="3328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C3EA5F1-B5E4-B0BD-D69D-78917DEB7400}"/>
              </a:ext>
            </a:extLst>
          </p:cNvPr>
          <p:cNvCxnSpPr>
            <a:cxnSpLocks/>
          </p:cNvCxnSpPr>
          <p:nvPr/>
        </p:nvCxnSpPr>
        <p:spPr>
          <a:xfrm>
            <a:off x="3790693" y="120214"/>
            <a:ext cx="19595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0F8C673-DFC4-8467-9FF8-445EAA241AB7}"/>
              </a:ext>
            </a:extLst>
          </p:cNvPr>
          <p:cNvCxnSpPr>
            <a:cxnSpLocks/>
          </p:cNvCxnSpPr>
          <p:nvPr/>
        </p:nvCxnSpPr>
        <p:spPr>
          <a:xfrm>
            <a:off x="5750221" y="115824"/>
            <a:ext cx="0" cy="1252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2F2B7B1-18A0-8CB8-4D22-3FD047CD13E6}"/>
              </a:ext>
            </a:extLst>
          </p:cNvPr>
          <p:cNvCxnSpPr>
            <a:cxnSpLocks/>
          </p:cNvCxnSpPr>
          <p:nvPr/>
        </p:nvCxnSpPr>
        <p:spPr>
          <a:xfrm>
            <a:off x="4132291" y="192699"/>
            <a:ext cx="16111" cy="3384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ADC9DA9-4FFC-CDA2-8A35-9E912C2564B4}"/>
              </a:ext>
            </a:extLst>
          </p:cNvPr>
          <p:cNvCxnSpPr>
            <a:cxnSpLocks/>
          </p:cNvCxnSpPr>
          <p:nvPr/>
        </p:nvCxnSpPr>
        <p:spPr>
          <a:xfrm flipH="1">
            <a:off x="4148946" y="3569852"/>
            <a:ext cx="295038" cy="39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8103E2A3-A0F8-69EE-EB08-8930D8A7594A}"/>
              </a:ext>
            </a:extLst>
          </p:cNvPr>
          <p:cNvCxnSpPr>
            <a:cxnSpLocks/>
          </p:cNvCxnSpPr>
          <p:nvPr/>
        </p:nvCxnSpPr>
        <p:spPr>
          <a:xfrm flipV="1">
            <a:off x="4123944" y="183538"/>
            <a:ext cx="1574977" cy="4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333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Aiswarya P (BGSW/PJ-ETA-P)</dc:creator>
  <cp:lastModifiedBy>FIXED-TERM Aiswarya P (BGSW/PJ-ETA-P)</cp:lastModifiedBy>
  <cp:revision>1</cp:revision>
  <dcterms:created xsi:type="dcterms:W3CDTF">2025-08-24T05:29:04Z</dcterms:created>
  <dcterms:modified xsi:type="dcterms:W3CDTF">2025-08-25T04:55:09Z</dcterms:modified>
</cp:coreProperties>
</file>